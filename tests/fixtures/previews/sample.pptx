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"/>
  </p:sldMasterIdLst>
  <p:sldIdLst>
    <p:sldId id="256" r:id="rIdSlide1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
<Relationship Id="rIdMaster" Type="http://schemas.openxmlformats.org/officeDocument/2006/relationships/slideMaster" Target="slideMasters/slideMaster1.xml"/>
<Relationship Id="rIdSlide1" Type="http://schemas.openxmlformats.org/officeDocument/2006/relationships/slide" Target="slides/slide1.xml"/>
<Relationship Id="rIdTheme" Type="http://schemas.openxmlformats.org/officeDocument/2006/relationships/theme" Target="theme/theme1.xml"/>
</Relationships>
</file>

<file path=ppt/notesSlides/_rels/notesSlide1.xml.rels><?xml version="1.0" encoding="UTF-8" standalone="yes"?>
<Relationships xmlns="http://schemas.openxmlformats.org/package/2006/relationships">
<Relationship Id="rIdSlide" Type="http://schemas.openxmlformats.org/officeDocument/2006/relationships/slide" Target="../slides/slide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/>
          <a:lstStyle/>
          <a:p/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
<Relationship Id="rIdMaster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Layout" Type="http://schemas.openxmlformats.org/officeDocument/2006/relationships/slideLayout" Target="../slideLayouts/slideLayout1.xml"/>
<Relationship Id="rIdTheme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"/>
  </p:sldLayoutIdLst>
</p:sldMaster>
</file>

<file path=ppt/slides/_rels/slide1.xml.rels><?xml version="1.0" encoding="UTF-8" standalone="yes"?>
<Relationships xmlns="http://schemas.openxmlformats.org/package/2006/relationships">
<Relationship Id="rIdLayout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38200" y="2286000"/>
            <a:ext cx="10515600" cy="2286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/>
            <a:r>
              <a:rPr lang="en-US" sz="4000" b="1" dirty="0"/>
              <a:t>Preview fixture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838200" y="2000000"/>
            <a:ext cx="10515600" cy="4258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2000" dirty="0"/>
              <a:t>Private presentation preview.</a:t>
            </a:r>
          </a:p>
        </p:txBody>
      </p:sp>
    </p:spTree>
  </p:cSld>
  <p:clrMapOvr>
    <a:overrideClrMapping/>
  </p:clrMapOvr>
</p:sld>
</file>

<file path=ppt/theme/theme1.xml><?xml version="1.0" encoding="utf-8"?>
<a:theme xmlns:a="http://schemas.openxmlformats.org/drawingml/2006/main" name="AXXES">
  <a:themeElements>
    <a:clrScheme name="AXXES">
      <a:dk1>
        <a:sysClr val="windowText" lastClr="000000"/>
      </a:dk1>
      <a:lt1>
        <a:sysClr val="window" lastClr="FFFFFF"/>
      </a:lt1>
      <a:dk2>
        <a:srgbClr val="1F1F23"/>
      </a:dk2>
      <a:lt2>
        <a:srgbClr val="F2F2F5"/>
      </a:lt2>
      <a:accent1>
        <a:srgbClr val="5B8CFF"/>
      </a:accent1>
      <a:accent2>
        <a:srgbClr val="3FB950"/>
      </a:accent2>
      <a:accent3>
        <a:srgbClr val="D29922"/>
      </a:accent3>
      <a:accent4>
        <a:srgbClr val="8B8B93"/>
      </a:accent4>
      <a:accent5>
        <a:srgbClr val="C8FF3D"/>
      </a:accent5>
      <a:accent6>
        <a:srgbClr val="FF5C5C"/>
      </a:accent6>
      <a:hlink>
        <a:srgbClr val="5B8CFF"/>
      </a:hlink>
      <a:folHlink>
        <a:srgbClr val="8B8B93"/>
      </a:folHlink>
    </a:clrScheme>
    <a:fontScheme name="AXXES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AXXE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